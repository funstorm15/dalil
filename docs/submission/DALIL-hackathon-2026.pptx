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False-positive rate @ band 50 (%) —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 only</c:v>
                </c:pt>
              </c:strCache>
            </c:strRef>
          </c:tx>
          <c:spPr>
            <a:solidFill>
              <a:srgbClr val="F299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632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Test split</c:v>
                  </c:pt>
                  <c:pt idx="1">
                    <c:v>Novel split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</c:v>
                </c:pt>
                <c:pt idx="1">
                  <c:v>58.1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DALIL ensemble</c:v>
                </c:pt>
              </c:strCache>
            </c:strRef>
          </c:tx>
          <c:spPr>
            <a:solidFill>
              <a:srgbClr val="1FA9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6324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Test split</c:v>
                  </c:pt>
                  <c:pt idx="1">
                    <c:v>Novel split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26324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D4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12700" cap="flat">
              <a:solidFill>
                <a:srgbClr val="E6EC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D4A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D4A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0:00-0:30 hook. One-liner: analyst gets 40 alerts/day; DALIL turns one into a cited note in ~25 s on-prem.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0:30-1:15 problem. Emphasise 57% is OUR synthetic benchmark — honesty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walk-through, ~30 s. Point at card 4 + 6: checks and export are tonight's hardening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in 20-25 s. Stress: deterministic stages ~110 ms; only the narrative touches the LLM; zero egress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1:15-2:55. Follow work/submission/defence-script.md table. Warm the LLM before your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2:55-4:00 results. Never read AUC first; lead with FPR chart + 'own synthetic benchmark'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4:00-5:00 differentiator slide. The third row (semantics NOT verified) is the honesty line juries look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Differentiation vs the reference implementation; also covers data-licence rule of the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5:00-5:45 business. Every number here is labelled assumption-vs-measured. Pilot ask is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6:30-7:00 close + ask. Then Q&amp;A from work/submission/qa-prep.md.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· WIUT Hackathon 2026 · FinTech track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6473952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 data · live: cornbread-left-licking.ngrok-free.dev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DALIL · WIUT Hackathon 2026 · FinTech track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/ AI IN FINANCE — HACKATHON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DALIL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697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Evidence-grounded AML investigation copilot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3101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LLM, no external AI API · synthetic data · the analyst — not the model — decides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069080"/>
            <a:ext cx="137160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 w="12700">
            <a:solidFill>
              <a:srgbClr val="5B6B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40690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SC-01..06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03120" y="4069080"/>
            <a:ext cx="187452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 w="12700">
            <a:solidFill>
              <a:srgbClr val="5B6B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03120" y="406908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[E1] -&gt; evidence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33088" y="4069080"/>
            <a:ext cx="173736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 w="12700">
            <a:solidFill>
              <a:srgbClr val="5B6BA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33088" y="4069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sha256 verify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4069080"/>
            <a:ext cx="192024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 w="12700">
            <a:solidFill>
              <a:srgbClr val="5B6B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406908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 MODE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https://cornbread-left-licking.ngrok-free.dev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46811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MKBANK FCC — proposed pilot client (partnership not confirmed) · data: synthetic CC0 casebook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alerts nobody has time to read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per analyst a day (assumption)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30-40 min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3756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alert (assumption, not measured)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61772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— rules-only layer on our own synthetic benchmark*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7512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just call a cloud LLM?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1945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restrict sending customer transaction data to external AI services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a SAR-ready note must be traceable to the underlying evidence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models can't show which transactions their sentences came from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572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don't just drown analysts — they still miss 20.9% of novel laundering variants (our synthetic novel split).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measured on our held-out synthetic test set (novel split: 58.1%) — a baseline for the pain, not a bank statistic.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DALIL: one screen from alert to decision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55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0-100 score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GBM (70%) + transparent scenario rules (30%), banded low / medium / high / critical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2310" y="141732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40910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4091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43830" y="1655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Typology hits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40910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SC-01 structuring .. SC-06 turnover mismatch — each hit linked to its transactions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76895" y="141732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05495" y="1645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5495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808415" y="1655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note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05495" y="2194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note built only from evidence [E#]; optional experimental local-LLM draft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941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checks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[E#] exists · numbers &amp; dates match cited evidence · meaning not checked — warnings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12310" y="370332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40910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4091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43830" y="3941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40910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Leave-one-out: which features moved the score, with sign and magnitude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76895" y="370332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05495" y="39319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05495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808415" y="394106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+ export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305495" y="44805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 to analysis_id + input hash; server-built package, per-section SHA-256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host, local inference — no external AI API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201400" cy="4572000"/>
          </a:xfrm>
          <a:prstGeom prst="roundRect">
            <a:avLst>
              <a:gd name="adj" fmla="val 1600"/>
            </a:avLst>
          </a:prstGeom>
          <a:solidFill>
            <a:srgbClr val="FBFCFE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host (demo: laptop)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8952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alert queue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1579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jury input or demo case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22576" y="21488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82596" y="16916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555748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537460" y="21579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 bad rows rejected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9372" y="21488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79392" y="16916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352544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334256" y="21579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ambiguity-guarded merges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16168" y="21488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76188" y="16916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149340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features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31052" y="21579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analyst-readable names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12964" y="21488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872984" y="16916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7946136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SC-01..06 + GBM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27848" y="21579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30% · model 70%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509760" y="21488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69780" y="169164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742932" y="178308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score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724644" y="2157984"/>
            <a:ext cx="1517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0-100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3063240"/>
            <a:ext cx="200253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58952" y="315468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40664" y="35295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E1..En from features + txs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97480" y="35204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854757" y="3063240"/>
            <a:ext cx="200253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2927909" y="315468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:8081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2909621" y="35295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GGUF, OpenAI-compatible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66437" y="35204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23714" y="3063240"/>
            <a:ext cx="200253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5096866" y="315468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checks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078578" y="35295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· numbers · dates (warn)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035394" y="35204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192670" y="3063240"/>
            <a:ext cx="200253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7265822" y="315468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247534" y="35295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analysis_id + hashes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204350" y="3520440"/>
            <a:ext cx="146304" cy="0"/>
          </a:xfrm>
          <a:prstGeom prst="line">
            <a:avLst/>
          </a:prstGeom>
          <a:noFill/>
          <a:ln w="19050">
            <a:solidFill>
              <a:srgbClr val="9FB0D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361627" y="3063240"/>
            <a:ext cx="200253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9434779" y="315468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bundle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9416491" y="35295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JSON + sha-256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85800" y="4434840"/>
            <a:ext cx="106984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7D4EE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868680" y="45262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stage stream  </a:t>
            </a:r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React SPA: queue / investigate / system — stages stream live while the pipeline runs</a:t>
            </a:r>
            <a:endParaRPr lang="en-US" sz="12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5349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AI API · outbound traffic not audited · the ngrok demo runs on the presenter's laptop with synthetic data — a bank rollout needs its own deployment, security review and model-risk validation.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seconds — real UI, real pipeline, no edits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29384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CSV -&gt; load template (12 synthetic txs, no customer metadata) -&gt; Run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679192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42616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83 critical · SC-01 hit · SC-03/SC-06 NOT EVALUATED · PROVISIONAL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39242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558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citation [E#] -&gt; source transaction highlighted and scrolled into view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94360" y="410565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69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checks: IDs exist / numbers &amp; dates match / meaning NOT machine-verified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4818888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4818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7823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justification -&gt; Escalate -&gt; reload (from server) -&gt; Export: integrity + server match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5806440"/>
            <a:ext cx="310896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 w="12700">
            <a:solidFill>
              <a:srgbClr val="5B6BA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58064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tunnel down -&gt; localhost:8000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86200" y="5806440"/>
            <a:ext cx="320040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 w="12700">
            <a:solidFill>
              <a:srgbClr val="5B6BA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86200" y="58064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down -&gt; template note only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9480" y="5806440"/>
            <a:ext cx="374904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 w="12700">
            <a:solidFill>
              <a:srgbClr val="5B6BA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69480" y="5806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edited file -&gt; scripts/verify_export.py (CLI)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numbers — synthetic, held-out, reproducible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80644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629400" y="1417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99.2%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629400" y="1856232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recall @ novel split, with 0.4% FPR — held-out synthetic variants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629400" y="24963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96.4%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629400" y="2935224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10% ASSUMED prevalence (novel) — a planning assumption, not bank data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3575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0/20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4014216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drafts with zero check issues — numbers match cited evidence 20.0%; meaning not measured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4654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189 ms / 19 s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5093208"/>
            <a:ext cx="4983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p50 (no LLM) / experimental LLM draft p50, 4 CPU threads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0.9945 / 0.9937 (test / novel) is optimistic because the data is synthetic. Failure list (5 FPs, 1 FN) ships in the UI. Full report: eval/results/eval_report.json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checked — and what is not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447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Citations exist in the evidence pack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4708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[E#] must resolve to a real evidence id; a note with zero citations is reported as 0, not 'N/A'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02920" cy="502920"/>
          </a:xfrm>
          <a:prstGeom prst="ellipse">
            <a:avLst/>
          </a:prstGeom>
          <a:solidFill>
            <a:srgbClr val="1FA97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8620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&amp; dates match cited evidence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26440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(incl. 'mln'), counts and dates must match the evidence cited in that sentence — else flagged. Warnings, not a block.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02920" cy="50292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2793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 NOT machine-verified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68172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 citation does not make a claim true — the analyst reviews meaning; the LLM draft is experimental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89520" y="1417320"/>
            <a:ext cx="4069080" cy="4526280"/>
          </a:xfrm>
          <a:prstGeom prst="roundRect">
            <a:avLst>
              <a:gd name="adj" fmla="val 1348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8638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Verifiable export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10312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package: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+ SHA-256 · analysis_id · model/ruleset ids · results · evidence · note + LLM draft · decision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the server from its own record; integrity (hashes) and server match are checked separately.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printed inside the file: a hash is NOT a signature; an attacker holding the whole package can rewrite content and hashes together; LLM text is not bit-reproducible.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Auditable by design — and by omission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 in the repo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casebook: 3 880 cases, CC0, generator + DATA_CARD committed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MIT · model: Qwen2.5-1.5B (Apache-2.0) · llama.cpp (MIT)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labels exist only offline — the API strips them from /api/queue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 pytest tests + browser E2E: strict input, RU/UZ ambiguity, LLM down/truncated, decision binding, forged results, export tamper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6EC"/>
          </a:solidFill>
          <a:ln w="12700">
            <a:solidFill>
              <a:srgbClr val="F0D9B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37960" y="1645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deliberately did NOT 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488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work/tahlil-reference — it ships without a LICENSE, so no code, data or weights were reused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its standardized operation-size indices into our UZS pipeline — that would silently corrupt amounts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'no hallucinations', production-readiness, or measured ROI — none of those are true today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6B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failures — 5 FPs / 1 FN are published in the System tab, and every assumption is labelled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Economics: cheap to run, honest about assumptions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760720" cy="13716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8191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581912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AI API fees per case — local open weights. Hardware (≈ $55/mo) and staff still cost: $0 ≠ free.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53512"/>
            <a:ext cx="5760720" cy="13716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118104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$30k / mo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3118104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saving — ASSUMPTION: 4 000 alerts × 30 min × $15/h. No bank pilot has measured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489704"/>
            <a:ext cx="5760720" cy="13716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2700">
            <a:solidFill>
              <a:srgbClr val="DCE6F7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4654296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model-risk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4654296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on adoption — not compute, not tokens, not licences.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0" y="1417320"/>
            <a:ext cx="4983480" cy="4526280"/>
          </a:xfrm>
          <a:prstGeom prst="roundRect">
            <a:avLst>
              <a:gd name="adj" fmla="val 1212"/>
            </a:avLst>
          </a:prstGeom>
          <a:solidFill>
            <a:srgbClr val="F1F8F4"/>
          </a:solidFill>
          <a:ln w="12700">
            <a:solidFill>
              <a:srgbClr val="CBE5D8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4944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a 4-week pilot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14884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anonymised real alerts with the target partner — MKBANK FCC (proposed)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outcomes we commit to measure: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at fixed recall, on real data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alert, before vs after</a:t>
            </a:r>
            <a:endParaRPr lang="en-US" sz="1350" dirty="0"/>
          </a:p>
          <a:p>
            <a:pPr lvl="1" marL="6858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Note-check pass rate on real cases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4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Re-training is one script + a JSONL swap; entity rules and the verifier stay as-is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6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analyst stays in the loop.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86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external AI API. Synthetic demo data.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383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https://cornbread-left-licking.ngrok-free.dev</a:t>
            </a:r>
            <a:pPr indent="0" marL="0">
              <a:buNone/>
            </a:pPr>
            <a:r>
              <a:rPr lang="en-US" sz="15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Repo: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github.com/funstorm15/dalil · README + eval report + 91 tests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2976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E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demo · MKBANK: proposed pilot, not a confirmed partnership · metrics are our own benchmark — see README §5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8C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LIL navy">
  <a:themeElements>
    <a:clrScheme name="DALIL navy">
      <a:dk1>
        <a:srgbClr val="1E2761"/>
      </a:dk1>
      <a:lt1>
        <a:srgbClr val="FFFFFF"/>
      </a:lt1>
      <a:dk2>
        <a:srgbClr val="3D4A66"/>
      </a:dk2>
      <a:lt2>
        <a:srgbClr val="F2F6FC"/>
      </a:lt2>
      <a:accent1>
        <a:srgbClr val="1E2761"/>
      </a:accent1>
      <a:accent2>
        <a:srgbClr val="F2994A"/>
      </a:accent2>
      <a:accent3>
        <a:srgbClr val="1FA97A"/>
      </a:accent3>
      <a:accent4>
        <a:srgbClr val="E8A33D"/>
      </a:accent4>
      <a:accent5>
        <a:srgbClr val="CADCFC"/>
      </a:accent5>
      <a:accent6>
        <a:srgbClr val="8A96B8"/>
      </a:accent6>
      <a:hlink>
        <a:srgbClr val="2F6FDB"/>
      </a:hlink>
      <a:folHlink>
        <a:srgbClr val="6B7BA8"/>
      </a:folHlink>
    </a:clrScheme>
    <a:fontScheme name="DALIL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DALIL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DALIL — AML investigation copilot</dc:title>
  <dc:subject>PptxGenJS Presentation</dc:subject>
  <dc:creator>DALIL — WIUT Hackathon 2026</dc:creator>
  <cp:lastModifiedBy>DALIL — WIUT Hackathon 2026</cp:lastModifiedBy>
  <cp:revision>1</cp:revision>
  <dcterms:created xsi:type="dcterms:W3CDTF">2026-10-10T20:49:51Z</dcterms:created>
  <dcterms:modified xsi:type="dcterms:W3CDTF">2026-10-10T20:49:51Z</dcterms:modified>
</cp:coreProperties>
</file>